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project: 7-day capstone to build a full Mutual Fund Analytics Platform for Bluestock Fintech. Cover the 5-layer pipeline: Extract, Transform, Load, Analyse, Visualise.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5 problems from the project brief. Our platform addresses all 5 with a unified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is publicly available from AMFI India, mfapi.in, NSE/BSE. No proprietary data used. This project is for educational purposes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5-layer architecture. Emphasize that this mirrors real fintech pipelines at companies like Zerodha and Groww.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growth story: from Rs.11,500 Cr in Jan 2022 to Rs.31,002 Cr in Dec 2025 — a 2.7x increase. Folio count doubling shows mass market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correlation finding as the most analytically significant — textbook diversification confirmed by actual correlation math, not just stated as a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3 dataset integrity findings here. The fact that we caught and documented these shows analytical rigor — better than silently using wrong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demonstrate genuine analytical rigor. Each metric was verified, not blindly trusted. The benchmark independence finding is the most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these placeholder tiles with actual PNG screenshots from your Power BI dashboard. Screenshots are in reports/charts/.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recommender.py script is a standalone deliverable in scripts/. The SIP continuity 97.8% at-risk rate is the most actionable finding for a real fintech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5 most impactful findings. Each is backed by actual data computed and verified during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Be ready to discuss: the 3 dataset integrity findings, the recommender logic, and the SIP continuity at-risk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 |  ETL Pipeline  |  Interactive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3464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2004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Yrs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History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Capstone Project  |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Fragmentation: NAV, AUM, SIP data live in separate sources with no unified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Tracking: Investors can't tell if their fund beats the index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Gap: Risk-adjusted metrics require complex transformation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Reporting: Static monthly PDFs, no drill-down capability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ETL pipeline consolidating all data into SQLite (7 tables, 79K+ rows)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Sharpe, Sortino, Alpha, Beta, VaR, CAGR for all 40 schemes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with composite 0-100 ranking across 5 dimensions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5-page Power BI dashboard with drill-through and slicers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fund_master.csv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Scheme codes, categories, expense ratios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nav_history.csv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46,000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Daily NAV, Jan 2022 – May 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aum_by_fund_house.csv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Quarterly AUM, 10 fund houses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monthly_sip_inflows.csv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 AMFI SIP inflow data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investor_transactions.csv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32,778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SIP / Lumpsum / Redemption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portfolio_holdings.csv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322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Sector weights, Dec 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benchmark_indices.csv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8,050 rows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NIFTY50, NIFTY100, BSE SmallCap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NAV fetched from mfapi.in API for 6 key schemes (retry/backoff logic)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5-Layer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508760" cy="1645920"/>
          </a:xfrm>
          <a:prstGeom prst="roundRect">
            <a:avLst>
              <a:gd name="adj" fmla="val 727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 + mfapi.in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21031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280160"/>
            <a:ext cx="1508760" cy="1645920"/>
          </a:xfrm>
          <a:prstGeom prst="roundRect">
            <a:avLst>
              <a:gd name="adj" fmla="val 7273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19202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 + validation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1031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280160"/>
            <a:ext cx="1508760" cy="1645920"/>
          </a:xfrm>
          <a:prstGeom prst="roundRect">
            <a:avLst>
              <a:gd name="adj" fmla="val 727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9202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7-table star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21031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280160"/>
            <a:ext cx="1508760" cy="164592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9202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Jupyter: EDA + Performance + Advanced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1031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280160"/>
            <a:ext cx="1508760" cy="1645920"/>
          </a:xfrm>
          <a:prstGeom prst="roundRect">
            <a:avLst>
              <a:gd name="adj" fmla="val 7273"/>
            </a:avLst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1920240"/>
            <a:ext cx="1508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5-page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7-Table Star Schema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 (40)  |  dim_date (5,479)  |  fact_nav (46K)  |  fact_transactions (32K)  |  fact_performance (40)  |  fact_aum (90)  |  fact_sip_industry (48)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Industry 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charts produced across 9 analysis areas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₹81L Cr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0A8E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SIP Inflow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(ATH)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18872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2801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1874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→ Dec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industry AUM at ₹12.50 lakh crore — confirmed against real AMFI published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fund categories showed positive net inflows every month in FY 2024–25 — no category saw net outflows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(19.2%) and IT dominate equity fund portfolio sector allocation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Behaviour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frequency uniform across age groups — no demographic transacts disproportionately more than their population share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7ED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Amounts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distribution with a gap between ₹30K–40K, unexplained by income or city tier — likely reflects data generation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leads in total ₹ amount while Punjab leads in transaction count — different investment styles by 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AF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funds show near-zero correlation (-0.07 to +0.05) with all Equity funds — confirms genuine portfolio diversification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 Decision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CAGR (1/3/5yr)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(NAV_end/NAV_start)^(1/n) - 1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Own calculation (verified)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Sharpe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(Rp - Rf) / Std × √252, Rf=6.5%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Provided values (Liquid fund instability)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Alpha / Beta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OLS regression vs NIFTY100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Provided values (benchmark independence)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Max Drawdown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min(NAV / running_max - 1)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Own calculation (verified visually)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VaR / CVaR (95%)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5th percentile + tail mean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 Own calculation (no provided values)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Funds by Composite Scorecard (0–100):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411480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Mirae Asset Large Cap — Regular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462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73.4  |  14.8% CAGR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11480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Kotak Flexicap — Regular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91840" y="4462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72.8  |  18.2% CAGR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411480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ICICI Pru Bluechip Direct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4462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67.4  |  14.4% CAGR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Integrity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all computed metrics against provided values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Instability for Liquid Funds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Liquid: annualised return 6.74% vs 6.5% Rf → near-zero excess return divided by near-zero volatility (0.49%) → ratio explodes. Both our value (≈0) and the provided 7.68 reflect this instability.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Independence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regression: avg |r| = 0.02 across all 40 funds. Even a Nifty 50 Index fund shows near-zero correlation with NIFTY100. Raw NAV and benchmark confirmed to move independently — generated as separate series.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94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9728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Discrepancies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0690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15–37 percentage point gaps vs provided values. Axis Small Cap: our calc = -51.7%, provided = -14.5%. Visually verified against actual NAV chart — our value correctly reflects a real 50%+ decline.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Power 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dashboard with drill-through and slicers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AUM trend, AMC comparison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6517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scatter, scorecard table, NAV chart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26517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distribution, demographics, transaction volume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26517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SIP+Nifty, category heatmap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34640"/>
            <a:ext cx="265176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5: NAV Detail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3375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from scorecard table, fund-level NAV 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include ≥2 interactive slicers  |  Drill-through from scorecard → NAV detail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— Day 6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29844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SBI Small Cap Direct at -2.69% daily VaR / -3.24% CVaR. All top-5 worst VaR funds are Small Cap.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011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cohort (4,803 investors): ₹10,997 avg SIP. 2025 cohort (197 investors): ₹13,505 avg SIP — 23% higher per transaction.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24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7249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investors with 6+ SIPs show avg gap &gt;35 days (mean: 64.9 days). Risk is demographic-agnostic.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38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43814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Risk-matched recommendations: Low → Liquid funds, Moderate → Large Cap (Sharpe ~1.06), High → Mid/Small Cap (23% CAGR).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15137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1,240 (UTI Mid Cap, most diversified) to 2,968 (Axis Bluechip, most concentrated). 3 funds exceed high-concentration threshold.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A8E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inflows grew 2.7× (₹11,500 Cr → ₹31,002 Cr) and folios doubled (13.26 → 26.12 Cr) from 2022 to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28216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A8E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1965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81965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carry the highest tail risk — VaR up to -2.69% daily, max drawdown up to -52.6%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A8E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8775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58775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independence confirmed: nav_history and benchmark_indices are statistically independent (avg |r| = 0.02)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A8E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35584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3558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Equity-Debt correlation is near-zero (-0.07 to +0.05) — combining asset classes provides genuine, not illusory, diversification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32504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0A8E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123944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2394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SIP at-risk rate (avg 65-day gap vs expected 30 days) — platform intervention could significantly improve retention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815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3017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30815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scripts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017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30815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3017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30815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charts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Charts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30175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0815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2376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 |  Power BI Dashboard  |  Final Report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Bluestock Fintech  |  Mutual Fund Analytics Platform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— Mutual Fund Analytics Platform</dc:title>
  <dc:subject>PptxGenJS Presentation</dc:subject>
  <dc:creator>Bluestock Fintech Intern</dc:creator>
  <cp:lastModifiedBy>Bluestock Fintech Intern</cp:lastModifiedBy>
  <cp:revision>1</cp:revision>
  <dcterms:created xsi:type="dcterms:W3CDTF">2026-07-08T04:59:32Z</dcterms:created>
  <dcterms:modified xsi:type="dcterms:W3CDTF">2026-07-08T04:59:32Z</dcterms:modified>
</cp:coreProperties>
</file>